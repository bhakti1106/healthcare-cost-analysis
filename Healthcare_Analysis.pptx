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umonsaeedkh2025@outlook.com" initials="p" lastIdx="1" clrIdx="0">
    <p:extLst>
      <p:ext uri="{19B8F6BF-5375-455C-9EA6-DF929625EA0E}">
        <p15:presenceInfo xmlns:p15="http://schemas.microsoft.com/office/powerpoint/2012/main" userId="874a237f169fe1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86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49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85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4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15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41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32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0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0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51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34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54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 Cost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Impact of Age, BMI, Region and Smoking Status on Insurance Charges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Dataset: insurance.csv</a:t>
            </a:r>
          </a:p>
          <a:p>
            <a:r>
              <a:t>Number of records: 1338</a:t>
            </a:r>
          </a:p>
          <a:p>
            <a:r>
              <a:t>Columns: age, sex, bmi, children, smoker, region, expenses</a:t>
            </a:r>
          </a:p>
          <a:p>
            <a:endParaRPr/>
          </a:p>
          <a:p>
            <a:r>
              <a:t>Key Stats:</a:t>
            </a:r>
          </a:p>
          <a:p>
            <a:r>
              <a:t>Mean Expenses: 13270.42</a:t>
            </a:r>
          </a:p>
          <a:p>
            <a:r>
              <a:t>Median Expenses: 9382.03</a:t>
            </a:r>
          </a:p>
          <a:p>
            <a:r>
              <a:t>Max Expenses: 63770.43</a:t>
            </a:r>
          </a:p>
          <a:p>
            <a:r>
              <a:t>Min Expenses: 1121.87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Charges by Smoker vs Non-Smoker</a:t>
            </a:r>
          </a:p>
        </p:txBody>
      </p:sp>
      <p:pic>
        <p:nvPicPr>
          <p:cNvPr id="3" name="Picture 2" descr="box_smo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685" y="1892231"/>
            <a:ext cx="5851790" cy="43888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Regression: Age vs Charges</a:t>
            </a:r>
          </a:p>
        </p:txBody>
      </p:sp>
      <p:pic>
        <p:nvPicPr>
          <p:cNvPr id="3" name="Picture 2" descr="reg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1788161"/>
            <a:ext cx="5886450" cy="44148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Correlation Heatmap</a:t>
            </a:r>
          </a:p>
        </p:txBody>
      </p:sp>
      <p:pic>
        <p:nvPicPr>
          <p:cNvPr id="3" name="Picture 2" descr="heatmap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1998663"/>
            <a:ext cx="611505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Average Insurance Charges by Region</a:t>
            </a:r>
          </a:p>
        </p:txBody>
      </p:sp>
      <p:pic>
        <p:nvPicPr>
          <p:cNvPr id="3" name="Picture 2" descr="bar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359" y="1819275"/>
            <a:ext cx="5923281" cy="44424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" y="142875"/>
            <a:ext cx="7055380" cy="1400530"/>
          </a:xfrm>
        </p:spPr>
        <p:txBody>
          <a:bodyPr/>
          <a:lstStyle/>
          <a:p>
            <a:r>
              <a:rPr dirty="0"/>
              <a:t>BMI vs Insurance Charges</a:t>
            </a:r>
          </a:p>
        </p:txBody>
      </p:sp>
      <p:pic>
        <p:nvPicPr>
          <p:cNvPr id="3" name="Picture 2" descr="dist_b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771649"/>
            <a:ext cx="5905500" cy="4429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Average Expenses by Region &amp; Smoker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25911"/>
              </p:ext>
            </p:extLst>
          </p:nvPr>
        </p:nvGraphicFramePr>
        <p:xfrm>
          <a:off x="457200" y="2138998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Northeast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9165.53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Northeast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29673.54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Northwest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8556.46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Northwest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30192.0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Southeast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8032.22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Southeast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34845.0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Southwest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8019.29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t>Southwest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32269.06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</TotalTime>
  <Words>127</Words>
  <Application>Microsoft Office PowerPoint</Application>
  <PresentationFormat>On-screen Show (4:3)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Retrospect</vt:lpstr>
      <vt:lpstr>Healthcare Cost Analysis</vt:lpstr>
      <vt:lpstr>Dataset Overview</vt:lpstr>
      <vt:lpstr>Charges by Smoker vs Non-Smoker</vt:lpstr>
      <vt:lpstr>Regression: Age vs Charges</vt:lpstr>
      <vt:lpstr>Feature Correlation Heatmap</vt:lpstr>
      <vt:lpstr>Average Insurance Charges by Region</vt:lpstr>
      <vt:lpstr>BMI vs Insurance Charges</vt:lpstr>
      <vt:lpstr>Average Expenses by Region &amp; Smoker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Cost Analysis</dc:title>
  <dc:subject/>
  <dc:creator>saeeduzzz 22</dc:creator>
  <cp:keywords/>
  <dc:description>generated using python-pptx</dc:description>
  <cp:lastModifiedBy>pumonsaeedkh2025@outlook.com</cp:lastModifiedBy>
  <cp:revision>3</cp:revision>
  <dcterms:created xsi:type="dcterms:W3CDTF">2013-01-27T09:14:16Z</dcterms:created>
  <dcterms:modified xsi:type="dcterms:W3CDTF">2025-12-08T21:14:18Z</dcterms:modified>
  <cp:category/>
</cp:coreProperties>
</file>